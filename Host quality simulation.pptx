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ADF89F-ACC7-442F-86BA-F996A83CD7F2}" v="1" dt="2026-06-08T07:32:46.7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jman, Loes" userId="7d9a7009-7f99-4743-af68-8704dc242ecf" providerId="ADAL" clId="{8BB45218-41A9-4F13-B276-A95F91337353}"/>
    <pc:docChg chg="custSel addSld modSld">
      <pc:chgData name="Bijman, Loes" userId="7d9a7009-7f99-4743-af68-8704dc242ecf" providerId="ADAL" clId="{8BB45218-41A9-4F13-B276-A95F91337353}" dt="2026-06-08T12:14:35.813" v="682" actId="20577"/>
      <pc:docMkLst>
        <pc:docMk/>
      </pc:docMkLst>
      <pc:sldChg chg="addSp delSp modSp new mod">
        <pc:chgData name="Bijman, Loes" userId="7d9a7009-7f99-4743-af68-8704dc242ecf" providerId="ADAL" clId="{8BB45218-41A9-4F13-B276-A95F91337353}" dt="2026-06-08T11:56:16.480" v="422" actId="20577"/>
        <pc:sldMkLst>
          <pc:docMk/>
          <pc:sldMk cId="1604913792" sldId="257"/>
        </pc:sldMkLst>
        <pc:spChg chg="del">
          <ac:chgData name="Bijman, Loes" userId="7d9a7009-7f99-4743-af68-8704dc242ecf" providerId="ADAL" clId="{8BB45218-41A9-4F13-B276-A95F91337353}" dt="2026-06-08T07:32:29.899" v="1" actId="931"/>
          <ac:spMkLst>
            <pc:docMk/>
            <pc:sldMk cId="1604913792" sldId="257"/>
            <ac:spMk id="3" creationId="{25A920AB-FDE8-EFDE-9D9B-56699221435A}"/>
          </ac:spMkLst>
        </pc:spChg>
        <pc:spChg chg="add mod">
          <ac:chgData name="Bijman, Loes" userId="7d9a7009-7f99-4743-af68-8704dc242ecf" providerId="ADAL" clId="{8BB45218-41A9-4F13-B276-A95F91337353}" dt="2026-06-08T11:56:16.480" v="422" actId="20577"/>
          <ac:spMkLst>
            <pc:docMk/>
            <pc:sldMk cId="1604913792" sldId="257"/>
            <ac:spMk id="6" creationId="{C4072EF1-38B0-5F79-0419-DF1FF420A520}"/>
          </ac:spMkLst>
        </pc:spChg>
        <pc:picChg chg="add mod ord">
          <ac:chgData name="Bijman, Loes" userId="7d9a7009-7f99-4743-af68-8704dc242ecf" providerId="ADAL" clId="{8BB45218-41A9-4F13-B276-A95F91337353}" dt="2026-06-08T07:32:42.437" v="4" actId="1076"/>
          <ac:picMkLst>
            <pc:docMk/>
            <pc:sldMk cId="1604913792" sldId="257"/>
            <ac:picMk id="5" creationId="{F0BB90CB-2BDF-EEEA-EF80-1B2E10961981}"/>
          </ac:picMkLst>
        </pc:picChg>
      </pc:sldChg>
      <pc:sldChg chg="modSp new mod">
        <pc:chgData name="Bijman, Loes" userId="7d9a7009-7f99-4743-af68-8704dc242ecf" providerId="ADAL" clId="{8BB45218-41A9-4F13-B276-A95F91337353}" dt="2026-06-08T12:14:35.813" v="682" actId="20577"/>
        <pc:sldMkLst>
          <pc:docMk/>
          <pc:sldMk cId="892408440" sldId="258"/>
        </pc:sldMkLst>
        <pc:spChg chg="mod">
          <ac:chgData name="Bijman, Loes" userId="7d9a7009-7f99-4743-af68-8704dc242ecf" providerId="ADAL" clId="{8BB45218-41A9-4F13-B276-A95F91337353}" dt="2026-06-08T12:14:35.813" v="682" actId="20577"/>
          <ac:spMkLst>
            <pc:docMk/>
            <pc:sldMk cId="892408440" sldId="258"/>
            <ac:spMk id="3" creationId="{17541026-2B96-9FEE-282C-CA97958E372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C7D05-E8D1-B888-E3DF-35824536BB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5F6BE7-9FAD-042C-8E98-88A4CAE574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CB5C7-1512-87D3-5E28-51193C9B2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E972B-AACE-63E6-5081-AEC24E802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B5765-F48B-C864-7883-BEB355BC9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5449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86B0A-6EE2-CF0F-8136-DA6184909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B55E2-F778-80E3-D0ED-C25F310E2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59430-5CF9-6D9B-7953-1F53B93B2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F73250-B58F-864B-12D9-C09AD4BB4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3C21-7EBB-2886-27A2-1ECC409D9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9013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3FC68-9D7A-1C6A-D508-170049667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224076-3D56-264A-2EC6-0942FE930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18F8A-DF9C-D5B3-E61E-83802C8B6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5292E-77C2-ADCC-23F8-06A307E73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44BA3-0D29-D68C-E379-2A793A291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10241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ECBBE-D2E2-1D18-A20A-E9AA1E005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C6EFC-A840-01EF-8ABA-2AE885EF12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4E4E2C-5D7A-9976-686A-554E8CD75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52C7BC-9440-A55B-347B-403EA0A77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CD672-0622-59D2-02D7-E95A917FC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C1630E-C4CF-7BEF-9D6F-72565FF0A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96316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FF205-20FE-AA10-E75E-83BADB590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5B694-09CE-5D7F-405F-479C057C0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E52E48-0C16-7AB7-98FD-3174584BC3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74DA1B-A86F-E3DD-9BF2-86EC6A3D82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87F0F0-97D0-5A92-3750-F6AE16FD64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F74558-99AE-7DD5-2643-8A0B5C7F7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7B473E-6AEA-2544-8530-D2C29D4E1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7F381B-A666-5751-18B2-4D3E416AF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75542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7F3B2-0E75-E105-EF54-11BB24682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E896FE-7305-0B90-C576-2B6F853DD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6A18B7-DF46-5A94-7259-80C884E98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DFDB-8598-AFBF-6AFC-8E789EBF2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79504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F8F91F-110B-A1D0-79EA-6BE4DDE6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A6791-B894-49B4-535A-700AED12D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C5AA3-634A-4344-0534-F0BD7ADE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42956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A4E6C-CFB2-13CE-90D4-F767A295B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EA0754-F241-C0CA-AA08-E31EB23C5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052340-618B-0254-9A86-F7796DC4A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39D89A-40A9-638D-5F94-B5ACB483A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30FC6A-62AF-0AB6-64E2-910D3062A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AF57DE-9375-F67C-AE70-D900B8CCA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7287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F34FC-31A3-6A86-D0E2-99793BFE3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64BAA0-95CF-2865-A41C-7A2FEFA004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85D0D1-8826-43A2-D718-65FC71794E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B96DB6-D1CF-CCDA-05F7-EB63C4669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75F742-5299-F0BB-9C4A-C9F80E591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14B3F4-086F-5F88-CCD3-2F151166E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6678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C2962-72EF-15AA-AEFD-445766EB8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CA4E9A-3046-4445-39D3-E7376ED6D2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F61B5-B599-B59C-7191-365BF15E3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B1983-1B33-92A1-F19F-3A9DDEF09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9457D-40A3-1561-FE0C-A774EABC2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13648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FBB3E7-4921-71E8-DFD2-EA52EC2A87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44539C-06BA-FDE9-C2D2-D5934592B1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2C8F67-3DED-A324-617A-20B4E2A7F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A8DF0-22FF-07F2-0523-6DDA2572F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AE6DEF-7538-22A8-BE09-DA1E92486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2384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BEDFB0-37C5-D2CB-4047-FACA8E130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043514-4AE3-9C9E-BC6A-0B3541EDF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E4743-9FAB-D34F-F022-B41D8EE655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607450-80B4-4836-AA86-37152C76973B}" type="datetimeFigureOut">
              <a:rPr lang="en-NL" smtClean="0"/>
              <a:t>08/06/2026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8272B-1F2D-83C3-8715-20C8C4DE9E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D1C2C4-3835-BCE3-88CA-CB96D28668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B44257-D0BD-4DD2-9293-CB9AB58D274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57555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0487D-A72F-C142-0F62-4A9CA901C3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Host quality simulation</a:t>
            </a:r>
            <a:endParaRPr lang="en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F9D4A6-5302-40FD-EEE5-1DC06FE240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54866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60452-EFBF-114D-A60B-6BF8398BA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BB90CB-2BDF-EEEA-EF80-1B2E109619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2081"/>
            <a:ext cx="7705370" cy="52531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072EF1-38B0-5F79-0419-DF1FF420A520}"/>
              </a:ext>
            </a:extLst>
          </p:cNvPr>
          <p:cNvSpPr txBox="1"/>
          <p:nvPr/>
        </p:nvSpPr>
        <p:spPr>
          <a:xfrm>
            <a:off x="7066788" y="2055763"/>
            <a:ext cx="478231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Variations in:</a:t>
            </a:r>
          </a:p>
          <a:p>
            <a:pPr marL="285750" indent="-285750">
              <a:buFontTx/>
              <a:buChar char="-"/>
            </a:pPr>
            <a:r>
              <a:rPr lang="en-US" dirty="0"/>
              <a:t>[exposure]: number of neighboring plants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Exposure = encountering the pathogen in your own realm (going to the pub during covid)</a:t>
            </a:r>
          </a:p>
          <a:p>
            <a:pPr marL="285750" indent="-285750">
              <a:buFontTx/>
              <a:buChar char="-"/>
            </a:pPr>
            <a:r>
              <a:rPr lang="en-US" dirty="0"/>
              <a:t>[establishment]: threshold for disease for each plant</a:t>
            </a:r>
          </a:p>
          <a:p>
            <a:pPr marL="285750" indent="-285750">
              <a:buFontTx/>
              <a:buChar char="-"/>
            </a:pPr>
            <a:r>
              <a:rPr lang="en-US" dirty="0"/>
              <a:t>[growth]: maximal number of pathogen particles the host spreads, reservoir size</a:t>
            </a:r>
          </a:p>
          <a:p>
            <a:pPr marL="285750" indent="-285750">
              <a:buFontTx/>
              <a:buChar char="-"/>
            </a:pPr>
            <a:r>
              <a:rPr lang="en-US" dirty="0"/>
              <a:t>[infectivity]: speed at which pathogen can move from plant, </a:t>
            </a:r>
            <a:r>
              <a:rPr lang="en-US" dirty="0" err="1"/>
              <a:t>hoeveel</a:t>
            </a:r>
            <a:r>
              <a:rPr lang="en-US" dirty="0"/>
              <a:t> </a:t>
            </a:r>
            <a:r>
              <a:rPr lang="en-US" dirty="0" err="1"/>
              <a:t>eruit</a:t>
            </a:r>
            <a:r>
              <a:rPr lang="en-US" dirty="0"/>
              <a:t> </a:t>
            </a:r>
            <a:r>
              <a:rPr lang="en-US" dirty="0" err="1"/>
              <a:t>gaat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604913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ED8B3-005D-CFE7-E328-B5FFC51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41026-2B96-9FEE-282C-CA97958E3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Tara Stewart Merrill papers (&amp; more)</a:t>
            </a:r>
          </a:p>
          <a:p>
            <a:r>
              <a:rPr lang="en-US" dirty="0"/>
              <a:t>Make a short summary for non-</a:t>
            </a:r>
            <a:r>
              <a:rPr lang="en-US" dirty="0" err="1"/>
              <a:t>modellers</a:t>
            </a:r>
            <a:endParaRPr lang="en-US" dirty="0"/>
          </a:p>
          <a:p>
            <a:pPr lvl="1"/>
            <a:r>
              <a:rPr lang="en-US" dirty="0"/>
              <a:t>In host quality context</a:t>
            </a:r>
          </a:p>
          <a:p>
            <a:r>
              <a:rPr lang="en-US" dirty="0"/>
              <a:t>Michelle Hersch has 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Big DIGDEEP meeting: prepare 15 min presentation</a:t>
            </a:r>
          </a:p>
          <a:p>
            <a:r>
              <a:rPr lang="en-US" dirty="0"/>
              <a:t>Two critical questions </a:t>
            </a:r>
            <a:r>
              <a:rPr lang="en-US"/>
              <a:t>to address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892408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103</Words>
  <Application>Microsoft Office PowerPoint</Application>
  <PresentationFormat>Widescreen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Host quality simulation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Bijman, Loes</dc:creator>
  <cp:lastModifiedBy>Bijman, Loes</cp:lastModifiedBy>
  <cp:revision>1</cp:revision>
  <dcterms:created xsi:type="dcterms:W3CDTF">2026-06-04T13:05:28Z</dcterms:created>
  <dcterms:modified xsi:type="dcterms:W3CDTF">2026-06-08T12:14:43Z</dcterms:modified>
</cp:coreProperties>
</file>