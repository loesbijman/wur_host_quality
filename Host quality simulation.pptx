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jman, Loes" userId="7d9a7009-7f99-4743-af68-8704dc242ecf" providerId="ADAL" clId="{8BB45218-41A9-4F13-B276-A95F91337353}"/>
    <pc:docChg chg="addSld">
      <pc:chgData name="Bijman, Loes" userId="7d9a7009-7f99-4743-af68-8704dc242ecf" providerId="ADAL" clId="{8BB45218-41A9-4F13-B276-A95F91337353}" dt="2026-06-04T13:05:40.090" v="0" actId="680"/>
      <pc:docMkLst>
        <pc:docMk/>
      </pc:docMkLst>
      <pc:sldChg chg="new">
        <pc:chgData name="Bijman, Loes" userId="7d9a7009-7f99-4743-af68-8704dc242ecf" providerId="ADAL" clId="{8BB45218-41A9-4F13-B276-A95F91337353}" dt="2026-06-04T13:05:40.090" v="0" actId="680"/>
        <pc:sldMkLst>
          <pc:docMk/>
          <pc:sldMk cId="1604913792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7D05-E8D1-B888-E3DF-35824536B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F6BE7-9FAD-042C-8E98-88A4CAE57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CB5C7-1512-87D3-5E28-51193C9B2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E972B-AACE-63E6-5081-AEC24E802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B5765-F48B-C864-7883-BEB355BC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449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6B0A-6EE2-CF0F-8136-DA618490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B55E2-F778-80E3-D0ED-C25F310E2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59430-5CF9-6D9B-7953-1F53B93B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73250-B58F-864B-12D9-C09AD4BB4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F3C21-7EBB-2886-27A2-1ECC409D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01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3FC68-9D7A-1C6A-D508-17004966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24076-3D56-264A-2EC6-0942FE930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18F8A-DF9C-D5B3-E61E-83802C8B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5292E-77C2-ADCC-23F8-06A307E7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44BA3-0D29-D68C-E379-2A793A29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10241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ECBBE-D2E2-1D18-A20A-E9AA1E00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C6EFC-A840-01EF-8ABA-2AE885EF1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E4E2C-5D7A-9976-686A-554E8CD75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2C7BC-9440-A55B-347B-403EA0A7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CD672-0622-59D2-02D7-E95A917FC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1630E-C4CF-7BEF-9D6F-72565FF0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6316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F205-20FE-AA10-E75E-83BADB59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5B694-09CE-5D7F-405F-479C057C0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52E48-0C16-7AB7-98FD-3174584BC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4DA1B-A86F-E3DD-9BF2-86EC6A3D8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87F0F0-97D0-5A92-3750-F6AE16FD6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F74558-99AE-7DD5-2643-8A0B5C7F7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7B473E-6AEA-2544-8530-D2C29D4E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7F381B-A666-5751-18B2-4D3E416A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75542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F3B2-0E75-E105-EF54-11BB2468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896FE-7305-0B90-C576-2B6F853D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A18B7-DF46-5A94-7259-80C884E9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DFDB-8598-AFBF-6AFC-8E789EBF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7950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F8F91F-110B-A1D0-79EA-6BE4DDE6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A6791-B894-49B4-535A-700AED12D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C5AA3-634A-4344-0534-F0BD7ADE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4295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A4E6C-CFB2-13CE-90D4-F767A295B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A0754-F241-C0CA-AA08-E31EB23C5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52340-618B-0254-9A86-F7796DC4A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9D89A-40A9-638D-5F94-B5ACB483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0FC6A-62AF-0AB6-64E2-910D3062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F57DE-9375-F67C-AE70-D900B8CC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4728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34FC-31A3-6A86-D0E2-99793BFE3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64BAA0-95CF-2865-A41C-7A2FEFA00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5D0D1-8826-43A2-D718-65FC71794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96DB6-D1CF-CCDA-05F7-EB63C466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5F742-5299-F0BB-9C4A-C9F80E591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4B3F4-086F-5F88-CCD3-2F151166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667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2962-72EF-15AA-AEFD-445766EB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A4E9A-3046-4445-39D3-E7376ED6D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F61B5-B599-B59C-7191-365BF15E3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B1983-1B33-92A1-F19F-3A9DDEF09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9457D-40A3-1561-FE0C-A774EABC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1364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FBB3E7-4921-71E8-DFD2-EA52EC2A87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44539C-06BA-FDE9-C2D2-D5934592B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C8F67-3DED-A324-617A-20B4E2A7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A8DF0-22FF-07F2-0523-6DDA2572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6DEF-7538-22A8-BE09-DA1E9248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238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EDFB0-37C5-D2CB-4047-FACA8E130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43514-4AE3-9C9E-BC6A-0B3541EDF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E4743-9FAB-D34F-F022-B41D8EE65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07450-80B4-4836-AA86-37152C76973B}" type="datetimeFigureOut">
              <a:rPr lang="en-NL" smtClean="0"/>
              <a:t>04/06/2026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8272B-1F2D-83C3-8715-20C8C4DE9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1C2C4-3835-BCE3-88CA-CB96D2866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44257-D0BD-4DD2-9293-CB9AB58D274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755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0487D-A72F-C142-0F62-4A9CA901C3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Host quality simulation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9D4A6-5302-40FD-EEE5-1DC06FE240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54866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0452-EFBF-114D-A60B-6BF8398BA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920AB-FDE8-EFDE-9D9B-566992214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04913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Host quality simulation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Bijman, Loes</dc:creator>
  <cp:lastModifiedBy>Bijman, Loes</cp:lastModifiedBy>
  <cp:revision>1</cp:revision>
  <dcterms:created xsi:type="dcterms:W3CDTF">2026-06-04T13:05:28Z</dcterms:created>
  <dcterms:modified xsi:type="dcterms:W3CDTF">2026-06-04T13:05:51Z</dcterms:modified>
</cp:coreProperties>
</file>